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14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5646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45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ОТЧЁТ О ВЫПОЛНЕНИИ ЗАДАНИЯ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08580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UML-диаграммы для приложения для бега с игровыми механиками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92938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9FB3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 диаграмм PlantUML с помощью ИИ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44526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[ФИО, группа, дата]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Предметная область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0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Мобильное приложение превращает бег в RPG: пробежки дают опыт, а дистанция и темп наносят урон боссам.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5975" y="2339975"/>
            <a:ext cx="2482850" cy="370205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59588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Бегун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2971800"/>
            <a:ext cx="2030171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Бегает, развивает персонажа, сражается с боссами, выполняет ежедневные квесты.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8375" y="2339975"/>
            <a:ext cx="2482850" cy="370205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4280" y="2595880"/>
            <a:ext cx="2030171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Игровые механики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64280" y="3246120"/>
            <a:ext cx="2030171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 и уровни, прокачка характеристик, боссы, награды, достижения. PvP нет.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00775" y="2339975"/>
            <a:ext cx="2482850" cy="370205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6680" y="259588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Администратор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56680" y="2971800"/>
            <a:ext cx="2030171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Управляет боссами, квестами и наградами, настраивает баланс опыта.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3175" y="2339975"/>
            <a:ext cx="2482850" cy="370205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9080" y="259588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GPS-сервис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9080" y="2971800"/>
            <a:ext cx="203017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Внешняя система: передаёт координаты для расчёта дистанции и темпа.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Подход к выполнению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2482850" cy="452501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772920"/>
            <a:ext cx="203017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1880" y="2331720"/>
            <a:ext cx="2030171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системы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1880" y="2981961"/>
            <a:ext cx="203017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Определил акторов, сценарии и игровые механики проекта.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08375" y="1517016"/>
            <a:ext cx="2482850" cy="452501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64280" y="1772920"/>
            <a:ext cx="203017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764280" y="233172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Промт для ИИ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64280" y="2707641"/>
            <a:ext cx="2030171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Составил структурированный промт: акторы, прецеденты, связи, ограничения.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0775" y="1517016"/>
            <a:ext cx="2482850" cy="452501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6680" y="1772920"/>
            <a:ext cx="203017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56680" y="2331720"/>
            <a:ext cx="203017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Генерация кода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56680" y="2707641"/>
            <a:ext cx="2030171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Получил код PlantUML от ИИ-ассистента и отрисовал диаграмму на сайте PlantUML.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93175" y="1517016"/>
            <a:ext cx="2482850" cy="4525010"/>
          </a:xfrm>
          <a:prstGeom prst="roundRect">
            <a:avLst>
              <a:gd name="adj" fmla="val 39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9080" y="1772920"/>
            <a:ext cx="2030171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45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9080" y="2331720"/>
            <a:ext cx="2030171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и правки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9080" y="2981961"/>
            <a:ext cx="2030171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Проверил связи и стрелки, внёс правки, согласовал диаграммы между собой.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4F1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Процесс генерации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5165090" cy="4022090"/>
          </a:xfrm>
          <a:prstGeom prst="roundRect">
            <a:avLst>
              <a:gd name="adj" fmla="val 2447"/>
            </a:avLst>
          </a:prstGeom>
          <a:solidFill>
            <a:srgbClr val="1F2D3A"/>
          </a:solidFill>
          <a:ln w="6350">
            <a:solidFill>
              <a:srgbClr val="3347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772920"/>
            <a:ext cx="479287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45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Фрагмент промта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148841"/>
            <a:ext cx="4792878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D6D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Создай диаграмму прецедентов в PlantUML для мобильного приложения для бега с игровыми механиками. Акторы: бегун, администратор, GPS-сервис. Связи include и extend обозначить пунктиром со </a:t>
            </a:r>
            <a:r>
              <a:rPr lang="en-US" sz="1400" dirty="0" err="1">
                <a:solidFill>
                  <a:srgbClr val="D6D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стереотипами</a:t>
            </a:r>
            <a:r>
              <a:rPr lang="en-US" sz="1400" dirty="0">
                <a:solidFill>
                  <a:srgbClr val="D6DE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579628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Итерации: исправил направление extend, убрал лишний прецедент цели, уточнил расчёт урона (дистанция и темп).</a:t>
            </a:r>
            <a:endParaRPr lang="en-US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2A72E4-7403-E5E1-63B5-03C42FD66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935" y="1609630"/>
            <a:ext cx="5179060" cy="38492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4292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прецедентов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13030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Акторы: бегун, администратор, GPS-сервис. Ядро: пробежка, опыт, награда.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157A7C-33EA-3DFE-76A8-9E77A4F36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525" y="1566578"/>
            <a:ext cx="9086196" cy="49291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50292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последовательности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203959"/>
            <a:ext cx="4613215" cy="16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Сценарий «Сражение с боссом»: цикл расчёта урона по дистанции и темпу.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615265-2E24-B2BE-5BEE-8C3BF0465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200" y="-36033"/>
            <a:ext cx="4779992" cy="6930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340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состояний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04139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Жизненный цикл боя: подготовка, бой, пауза, победа, прерван.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B458AF-F14A-26A1-D2D9-7FC9ADB73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9" y="1478376"/>
            <a:ext cx="6193521" cy="5112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деятельности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Тот же сценарий по дорожкам: бегун, приложение, сервер.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944777-30FF-7921-074B-AE5DAE64F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86" y="245853"/>
            <a:ext cx="5056462" cy="63662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20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Диаграмма классов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1"/>
            <a:ext cx="3785079" cy="1134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Бегун, персонаж, пробежка, бой с боссом, квесты, калькулятор урона.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5A3F96D-98CF-F90D-B4DF-67B097D1F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305" y="232913"/>
            <a:ext cx="5897424" cy="63921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UML-диаграммы для приложения для бега с игровыми механиками">
  <a:themeElements>
    <a:clrScheme name="UML-диаграммы для приложения для бега с игровыми механиками">
      <a:dk1>
        <a:srgbClr val="16202A"/>
      </a:dk1>
      <a:lt1>
        <a:srgbClr val="F4F1EA"/>
      </a:lt1>
      <a:dk2>
        <a:srgbClr val="4E545A"/>
      </a:dk2>
      <a:lt2>
        <a:srgbClr val="DEDCD7"/>
      </a:lt2>
      <a:accent1>
        <a:srgbClr val="E4572E"/>
      </a:accent1>
      <a:accent2>
        <a:srgbClr val="9FB3C6"/>
      </a:accent2>
      <a:accent3>
        <a:srgbClr val="4A5560"/>
      </a:accent3>
      <a:accent4>
        <a:srgbClr val="8A8474"/>
      </a:accent4>
      <a:accent5>
        <a:srgbClr val="D6DEE6"/>
      </a:accent5>
      <a:accent6>
        <a:srgbClr val="9AA0A6"/>
      </a:accent6>
      <a:hlink>
        <a:srgbClr val="0563C1"/>
      </a:hlink>
      <a:folHlink>
        <a:srgbClr val="954F72"/>
      </a:folHlink>
    </a:clrScheme>
    <a:fontScheme name="UML-диаграммы для приложения для бега с игровыми механиками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309</Words>
  <Application>Microsoft Office PowerPoint</Application>
  <PresentationFormat>Широкоэкранный</PresentationFormat>
  <Paragraphs>50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Inter</vt:lpstr>
      <vt:lpstr>UML-диаграммы для приложения для бега с игровыми механиками</vt:lpstr>
      <vt:lpstr>UML-диаграммы для приложения для бега с игровыми механиками</vt:lpstr>
      <vt:lpstr>Предметная область</vt:lpstr>
      <vt:lpstr>Подход к выполнению</vt:lpstr>
      <vt:lpstr>Процесс генерации</vt:lpstr>
      <vt:lpstr>Диаграмма прецедентов</vt:lpstr>
      <vt:lpstr>Диаграмма последовательности</vt:lpstr>
      <vt:lpstr>Диаграмма состояний</vt:lpstr>
      <vt:lpstr>Диаграмма деятельности</vt:lpstr>
      <vt:lpstr>Диаграмма классов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UML-диаграммы для приложения для бега с игровыми механиками</dc:title>
  <dc:subject/>
  <dc:creator>Константин Болотов</dc:creator>
  <cp:lastModifiedBy>Константин Болотов</cp:lastModifiedBy>
  <cp:revision>2</cp:revision>
  <dcterms:created xsi:type="dcterms:W3CDTF">2026-10-19T09:09:57Z</dcterms:created>
  <dcterms:modified xsi:type="dcterms:W3CDTF">2026-10-19T09:21:01Z</dcterms:modified>
</cp:coreProperties>
</file>