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8143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40"/>
            <a:ext cx="1056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40"/>
            <a:ext cx="1056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5646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457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 О ВЫПОЛНЕНИИ ЗАДАНИЯ</a:t>
            </a:r>
            <a:endParaRPr lang="en-US" sz="14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60858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4F1E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UML-диаграммы для приложения для бега с игровыми механиками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800" y="3929380"/>
            <a:ext cx="10883392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9FB3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Генерация диаграмм PlantUML с помощью ИИ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445262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ru-RU" sz="1400" dirty="0">
                <a:solidFill>
                  <a:srgbClr val="9FB3C6"/>
                </a:solidFill>
                <a:ea typeface="Inter" pitchFamily="34" charset="-122"/>
              </a:rPr>
              <a:t>Болотов К.А. ИВТ-4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Предметная область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13840"/>
            <a:ext cx="1088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Мобильное приложение превращает бег в RPG: пробежки дают опыт, а дистанция и темп наносят урон боссам.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5975" y="2339975"/>
            <a:ext cx="2482850" cy="3702050"/>
          </a:xfrm>
          <a:prstGeom prst="roundRect">
            <a:avLst>
              <a:gd name="adj" fmla="val 3964"/>
            </a:avLst>
          </a:prstGeom>
          <a:solidFill>
            <a:srgbClr val="FFFFFF"/>
          </a:solidFill>
          <a:ln w="6350">
            <a:solidFill>
              <a:srgbClr val="DDD8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1880" y="2595880"/>
            <a:ext cx="203017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Бегун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1880" y="2971800"/>
            <a:ext cx="2030171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Бегает, развивает персонажа, сражается с боссами, выполняет ежедневные квесты.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2339975"/>
            <a:ext cx="2482850" cy="3702050"/>
          </a:xfrm>
          <a:prstGeom prst="roundRect">
            <a:avLst>
              <a:gd name="adj" fmla="val 3964"/>
            </a:avLst>
          </a:prstGeom>
          <a:solidFill>
            <a:srgbClr val="FFFFFF"/>
          </a:solidFill>
          <a:ln w="6350">
            <a:solidFill>
              <a:srgbClr val="DDD8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64280" y="2595880"/>
            <a:ext cx="2030171" cy="574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Игровые механики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64280" y="3246120"/>
            <a:ext cx="2030171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 и уровни, прокачка характеристик, боссы, награды, </a:t>
            </a:r>
            <a:r>
              <a:rPr lang="en-US" sz="1400" dirty="0" err="1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достижения</a:t>
            </a:r>
            <a:r>
              <a:rPr lang="en-US" sz="14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00775" y="2339975"/>
            <a:ext cx="2482850" cy="3702050"/>
          </a:xfrm>
          <a:prstGeom prst="roundRect">
            <a:avLst>
              <a:gd name="adj" fmla="val 3964"/>
            </a:avLst>
          </a:prstGeom>
          <a:solidFill>
            <a:srgbClr val="FFFFFF"/>
          </a:solidFill>
          <a:ln w="6350">
            <a:solidFill>
              <a:srgbClr val="DDD8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6680" y="2595880"/>
            <a:ext cx="203017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Администратор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56680" y="2971800"/>
            <a:ext cx="2030171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Управляет боссами, квестами и наградами, настраивает баланс опыта.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93175" y="2339975"/>
            <a:ext cx="2482850" cy="3702050"/>
          </a:xfrm>
          <a:prstGeom prst="roundRect">
            <a:avLst>
              <a:gd name="adj" fmla="val 3964"/>
            </a:avLst>
          </a:prstGeom>
          <a:solidFill>
            <a:srgbClr val="FFFFFF"/>
          </a:solidFill>
          <a:ln w="6350">
            <a:solidFill>
              <a:srgbClr val="DDD8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9080" y="2595880"/>
            <a:ext cx="203017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GPS-сервис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9080" y="2971800"/>
            <a:ext cx="2030171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Внешняя система: передаёт координаты для расчёта дистанции и темпа.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Подход к выполнению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16"/>
            <a:ext cx="2482850" cy="4525010"/>
          </a:xfrm>
          <a:prstGeom prst="roundRect">
            <a:avLst>
              <a:gd name="adj" fmla="val 3964"/>
            </a:avLst>
          </a:prstGeom>
          <a:solidFill>
            <a:srgbClr val="FFFFFF"/>
          </a:solidFill>
          <a:ln w="6350">
            <a:solidFill>
              <a:srgbClr val="DDD8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1880" y="1772920"/>
            <a:ext cx="203017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E457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1880" y="2331720"/>
            <a:ext cx="2030171" cy="574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 системы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1880" y="2981961"/>
            <a:ext cx="2030171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Определил акторов, сценарии и игровые механики проекта.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517016"/>
            <a:ext cx="2482850" cy="4525010"/>
          </a:xfrm>
          <a:prstGeom prst="roundRect">
            <a:avLst>
              <a:gd name="adj" fmla="val 3964"/>
            </a:avLst>
          </a:prstGeom>
          <a:solidFill>
            <a:srgbClr val="FFFFFF"/>
          </a:solidFill>
          <a:ln w="6350">
            <a:solidFill>
              <a:srgbClr val="DDD8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64280" y="1772920"/>
            <a:ext cx="203017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E457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764280" y="2331720"/>
            <a:ext cx="203017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Промт для ИИ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764280" y="2707641"/>
            <a:ext cx="2030171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Составил структурированный промт: акторы, прецеденты, связи, ограничения.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517016"/>
            <a:ext cx="2482850" cy="4525010"/>
          </a:xfrm>
          <a:prstGeom prst="roundRect">
            <a:avLst>
              <a:gd name="adj" fmla="val 3964"/>
            </a:avLst>
          </a:prstGeom>
          <a:solidFill>
            <a:srgbClr val="FFFFFF"/>
          </a:solidFill>
          <a:ln w="6350">
            <a:solidFill>
              <a:srgbClr val="DDD8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56680" y="1772920"/>
            <a:ext cx="203017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E457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456680" y="2331720"/>
            <a:ext cx="2030171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Генерация кода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56680" y="2707641"/>
            <a:ext cx="2030171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Получил код PlantUML от ИИ-ассистента и отрисовал диаграмму на сайте PlantUML.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517016"/>
            <a:ext cx="2482850" cy="4525010"/>
          </a:xfrm>
          <a:prstGeom prst="roundRect">
            <a:avLst>
              <a:gd name="adj" fmla="val 3964"/>
            </a:avLst>
          </a:prstGeom>
          <a:solidFill>
            <a:srgbClr val="FFFFFF"/>
          </a:solidFill>
          <a:ln w="6350">
            <a:solidFill>
              <a:srgbClr val="DDD8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9080" y="1772920"/>
            <a:ext cx="203017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E457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149080" y="2331720"/>
            <a:ext cx="2030171" cy="574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и правки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9080" y="2981961"/>
            <a:ext cx="2030171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Проверил связи и стрелки, внёс правки, согласовал диаграммы между собой.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F4F1E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 генерации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16"/>
            <a:ext cx="5165090" cy="4022090"/>
          </a:xfrm>
          <a:prstGeom prst="roundRect">
            <a:avLst>
              <a:gd name="adj" fmla="val 2447"/>
            </a:avLst>
          </a:prstGeom>
          <a:solidFill>
            <a:srgbClr val="1F2D3A"/>
          </a:solidFill>
          <a:ln w="6350">
            <a:solidFill>
              <a:srgbClr val="3347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1880" y="1772920"/>
            <a:ext cx="479287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457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Фрагмент промта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71880" y="2148841"/>
            <a:ext cx="4792878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D6DE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Создай диаграмму прецедентов в PlantUML для мобильного приложения для бега с игровыми механиками. Акторы: бегун, администратор, GPS-сервис. Связи include и extend обозначить пунктиром со </a:t>
            </a:r>
            <a:r>
              <a:rPr lang="en-US" sz="1400" dirty="0" err="1">
                <a:solidFill>
                  <a:srgbClr val="D6DE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стереотипами</a:t>
            </a:r>
            <a:r>
              <a:rPr lang="en-US" sz="1400" dirty="0">
                <a:solidFill>
                  <a:srgbClr val="D6DE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5796282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3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Итерации: исправил направление extend, убрал лишний прецедент цели, уточнил расчёт урона (дистанция и темп).</a:t>
            </a:r>
            <a:endParaRPr lang="en-US" sz="14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02A72E4-7403-E5E1-63B5-03C42FD66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35" y="1609630"/>
            <a:ext cx="5179060" cy="38492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429261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Диаграмма прецедентов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130300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Акторы: бегун, администратор, GPS-сервис. Ядро: пробежка, опыт, награда.</a:t>
            </a:r>
            <a:endParaRPr lang="en-US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8157A7C-33EA-3DFE-76A8-9E77A4F36D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525" y="1566578"/>
            <a:ext cx="9086196" cy="49291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50292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Диаграмма последовательности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203959"/>
            <a:ext cx="4613215" cy="1651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«Сражение с боссом»: цикл расчёта урона по дистанции и темпу.</a:t>
            </a:r>
            <a:endParaRPr lang="en-US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6615265-2E24-B2BE-5BEE-8C3BF0465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200" y="-36033"/>
            <a:ext cx="4779992" cy="69300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34036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Диаграмма состояний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041399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Жизненный цикл боя: подготовка, бой, пауза, победа, прерван.</a:t>
            </a:r>
            <a:endParaRPr lang="en-US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B458AF-F14A-26A1-D2D9-7FC9ADB73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39" y="1478376"/>
            <a:ext cx="6193521" cy="51124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Диаграмма деятельности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13839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сценарий по дорожкам: бегун, приложение, сервер.</a:t>
            </a:r>
            <a:endParaRPr lang="en-US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6944777-30FF-7921-074B-AE5DAE64F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986" y="245853"/>
            <a:ext cx="5056462" cy="63662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2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Диаграмма классов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13841"/>
            <a:ext cx="3785079" cy="11344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Бегун, персонаж, пробежка, бой с боссом, квесты, калькулятор урона.</a:t>
            </a:r>
            <a:endParaRPr lang="en-US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5A3F96D-98CF-F90D-B4DF-67B097D1F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1305" y="232913"/>
            <a:ext cx="5897424" cy="63921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ML-диаграммы для приложения для бега с игровыми механиками">
  <a:themeElements>
    <a:clrScheme name="UML-диаграммы для приложения для бега с игровыми механиками">
      <a:dk1>
        <a:srgbClr val="16202A"/>
      </a:dk1>
      <a:lt1>
        <a:srgbClr val="F4F1EA"/>
      </a:lt1>
      <a:dk2>
        <a:srgbClr val="4E545A"/>
      </a:dk2>
      <a:lt2>
        <a:srgbClr val="DEDCD7"/>
      </a:lt2>
      <a:accent1>
        <a:srgbClr val="E4572E"/>
      </a:accent1>
      <a:accent2>
        <a:srgbClr val="9FB3C6"/>
      </a:accent2>
      <a:accent3>
        <a:srgbClr val="4A5560"/>
      </a:accent3>
      <a:accent4>
        <a:srgbClr val="8A8474"/>
      </a:accent4>
      <a:accent5>
        <a:srgbClr val="D6DEE6"/>
      </a:accent5>
      <a:accent6>
        <a:srgbClr val="9AA0A6"/>
      </a:accent6>
      <a:hlink>
        <a:srgbClr val="0563C1"/>
      </a:hlink>
      <a:folHlink>
        <a:srgbClr val="954F72"/>
      </a:folHlink>
    </a:clrScheme>
    <a:fontScheme name="UML-диаграммы для приложения для бега с игровыми механиками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305</Words>
  <Application>Microsoft Office PowerPoint</Application>
  <PresentationFormat>Широкоэкранный</PresentationFormat>
  <Paragraphs>50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2" baseType="lpstr">
      <vt:lpstr>Arial</vt:lpstr>
      <vt:lpstr>Inter</vt:lpstr>
      <vt:lpstr>UML-диаграммы для приложения для бега с игровыми механиками</vt:lpstr>
      <vt:lpstr>UML-диаграммы для приложения для бега с игровыми механиками</vt:lpstr>
      <vt:lpstr>Предметная область</vt:lpstr>
      <vt:lpstr>Подход к выполнению</vt:lpstr>
      <vt:lpstr>Процесс генерации</vt:lpstr>
      <vt:lpstr>Диаграмма прецедентов</vt:lpstr>
      <vt:lpstr>Диаграмма последовательности</vt:lpstr>
      <vt:lpstr>Диаграмма состояний</vt:lpstr>
      <vt:lpstr>Диаграмма деятельности</vt:lpstr>
      <vt:lpstr>Диаграмма классов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UML-диаграммы для приложения для бега с игровыми механиками</dc:title>
  <dc:subject/>
  <dc:creator>Константин Болотов</dc:creator>
  <cp:lastModifiedBy>Константин Болотов</cp:lastModifiedBy>
  <cp:revision>3</cp:revision>
  <dcterms:created xsi:type="dcterms:W3CDTF">2026-10-19T09:09:57Z</dcterms:created>
  <dcterms:modified xsi:type="dcterms:W3CDTF">2026-10-19T09:25:40Z</dcterms:modified>
</cp:coreProperties>
</file>